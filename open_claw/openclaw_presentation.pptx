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OpenClaw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automation agent framework for executing tasks and workflows.</a:t>
            </a:r>
          </a:p>
          <a:p>
            <a:r>
              <a:t>Focus: DevOps, automation, orchestration.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Tools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 main categories:</a:t>
            </a:r>
          </a:p>
          <a:p>
            <a:r>
              <a:t>1. AI Coding Assistants (Claude Code, Cursor)</a:t>
            </a:r>
          </a:p>
          <a:p>
            <a:r>
              <a:t>2. AI Automation Agents (OpenClaw, AutoGPT)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Claude Code vs OpenClaw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Claude Code: AI pair programmer.</a:t>
            </a:r>
          </a:p>
          <a:p>
            <a:r>
              <a:t>OpenClaw: AI automation engineer.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Debugging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Claude Code: Suggests bug fix.</a:t>
            </a:r>
          </a:p>
          <a:p>
            <a:r>
              <a:t>OpenClaw: Runs workflow → analyze logs → patch → test.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Claude Code: Generates pipeline configuration.</a:t>
            </a:r>
          </a:p>
          <a:p>
            <a:r>
              <a:t>OpenClaw: Executes pipeline automatically.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DevOps Incident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Claude Code: Explains issue.</a:t>
            </a:r>
          </a:p>
          <a:p>
            <a:r>
              <a:t>OpenClaw: Detects incident → restart service → verify recovery.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OpenClaw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 → Planner → Agent Loop → Tools → Execution Result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 → Reason → Select Tool → Execute → Observe → Repeat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Common tools:</a:t>
            </a:r>
          </a:p>
          <a:p>
            <a:r>
              <a:t>shell, git, docker, kubectl, filesystem, http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Automation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Clone repo → run tests → build docker → deploy kubernetes → health check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DevOps automation</a:t>
            </a:r>
          </a:p>
          <a:p>
            <a:r>
              <a:t>CI/CD orchestration</a:t>
            </a:r>
          </a:p>
          <a:p>
            <a:r>
              <a:t>Monitoring &amp; remediation</a:t>
            </a:r>
          </a:p>
          <a:p>
            <a:r>
              <a:t>Data pipelines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Claude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Writing code</a:t>
            </a:r>
          </a:p>
          <a:p>
            <a:r>
              <a:t>Debugging logic</a:t>
            </a:r>
          </a:p>
          <a:p>
            <a:r>
              <a:t>Refactoring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Combined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Claude Code generates code.</a:t>
            </a:r>
          </a:p>
          <a:p>
            <a:r>
              <a:t>OpenClaw automates execution.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Claude Code = AI programmer</a:t>
            </a:r>
          </a:p>
          <a:p>
            <a:r>
              <a:t>OpenClaw = AI automation engineer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